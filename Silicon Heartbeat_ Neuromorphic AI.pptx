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c2-08f2-8628-8000-0000dda7bfc3.png?kimi-sig=xG4c2-jezb2N1uAl_Lad4WbAVV-5MmQqhDJdivAkj2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c7-82a2-8ff4-8000-0000ef239cf6.png?kimi-sig=Vm9mnW2DIpDpJzLRtJyZoHkXOeACYGQlouwqPJPwot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ce-f352-8180-8000-0000ec8e4aab.png?kimi-sig=Xe7BWVYYMr4MWOLB3BwzywlvgshtppAmThcdgbmMOH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c6-d362-8ed7-8000-000018d144c5.png?kimi-sig=X1JR-s3JH0LXDV86nbyYlpLFMBZOfK-p-OA_aA6niO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ce-7442-837a-8000-0000a3777ea4.png?kimi-sig=ddubXbDTlKfWXS5-CBpFE8l_xNvo73m2g_9FXvgnLA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ce-f6a2-880f-8000-00008818e938.png?kimi-sig=d0hu0rF7u1x96nV2-Pks0iFLucOYyWqooNRTPSWxTj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da-4212-864b-8000-0000fa3f4c13.png?kimi-sig=ZhE0DhhHJKP3yEqr7yjg6fsDBNBMc9L33pNSXRP561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db-7f22-817f-8000-00002035dea5.png?kimi-sig=8Le5W2cup-ChPUG_CVWQbr9mQdB8gjzcHCzrDpO1X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da-71d2-863b-8000-000039f7956c.png?kimi-sig=A_88YSHIz_NZcCm8fm79WZ838X3VZ77yJF3g94vSb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da-bc42-8e7b-8000-000008aee13e.png?kimi-sig=X_OmRD0Y8uQQlAMGgcai5qrry4_XYQuqE3ki86Sd-8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d4-e4c2-8f66-8000-00007ffacbac.png?kimi-sig=V9vHf8PjUmClRuFLgL_DSEZG1bv4q9XcD6EKUgGJBH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e7-2e52-82da-8000-00006962d154.png?kimi-sig=G--HbIX_GZ2dfQwNhFfie3D_mkBwLsARuFL4RomoI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e5-7a72-8af2-8000-000089dcdcf7.png?kimi-sig=9qN4cOR-_yZufSSw8fgJ5gCkdM-o5VoxuqBt5UJJB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e6-52a2-80c8-8000-0000ccb3f0df.png?kimi-sig=wa9TX2ofkj2V9jHqqcPaagCHX8RZAs7ZXQx2bfLpx-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e5-3d62-8fa1-8000-00001c1757c4.png?kimi-sig=Wljqk7RJvpGKS6NRbI9kcmNZ-92Q5uid6Wt6lvlJY7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e5-7f22-8189-8000-00009c1ea862.png?kimi-sig=EJ3KPcQkHLY2b77S4QZmJ3BXShchhVNnJt3vkHYl3v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eb-ff52-8833-8000-000073f8ad1b.png?kimi-sig=mz-2-OKGOceCiERPUpMffZme8WGqEbfGLGPr39Awk0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2ced-5262-89ba-8000-0000ada88351.png?kimi-sig=M7YRRUAiLueo5RwUSP2gJuupSlYtY8E_A-Ln6Krhfm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Silicon Heartbeat: Neuromorphic AI</dc:title>
  <dc:subject>Silicon Heartbeat: Neuromorphic AI</dc:subject>
  <dc:creator>Kimi</dc:creator>
  <cp:lastModifiedBy>Kimi</cp:lastModifiedBy>
  <cp:revision>1</cp:revision>
  <dcterms:created xsi:type="dcterms:W3CDTF">2025-12-18T19:02:56Z</dcterms:created>
  <dcterms:modified xsi:type="dcterms:W3CDTF">2025-12-18T19:02:56Z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{"Label":"Silicon Heartbeat: Neuromorphic AI","ContentProducer":"001191110108MACG2KBH8F10000","ProduceID":"19b32cbd-2632-8cfd-8000-000067a458ba","ReservedCode1":"","ContentPropagator":"001191110108MACG2KBH8F20000","PropagateID":"19b32cbd-2632-8cfd-8000-000067a458ba","ReservedCode2":""}</vt:lpwstr>
  </property>
</Properties>
</file>