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8288000" cy="10287000"/>
  <p:notesSz cx="10287000" cy="18288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372a3-9ca2-8329-8000-000011bc678a.png?kimi-sig=7tBI2K6R6pvfyxc2rg824sQdhEhvGFs3bUEYhQY2h88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372ae-1c72-8044-8000-000063378ebb.png?kimi-sig=U0AY93emSHQJIFAeK4KcsHv7Be_Hp9SCabiYNf6CeNc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372ae-de82-8bae-8000-000089803f8c.png?kimi-sig=nkyYhB0yiQP9TY7XwvhMQsf0kGL97qvjo8pKQXzy-t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372ae-4112-85f2-8000-00009b46ff21.png?kimi-sig=Gg2iLcl04M2AodRDFsNEV7Nn9scwxHgq9NhxZw1_1Dw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372a9-fbb2-874d-8000-0000f8bdd623.png?kimi-sig=wMid12jGokMVpt99uanEg4X5mvhNBgkZ9HayBeT6Wf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372ae-9e72-8c20-8000-0000b308a841.png?kimi-sig=X6WhofKpR8dzhLFEdAXxc772SKX0TaUsydB3paN2Fx4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372b9-0e92-8d69-8000-0000d6afff49.png?kimi-sig=yp-Zg-H5d5vcergAw7Zcu6kBDY-NnSBEucJVw2LLseY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372b5-64d2-85b4-8000-000089f58424.png?kimi-sig=UkiT1jUkDgxyR6E7y1NDv-NFIGnbOnj_uxD3CylEhZc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372ba-5982-862f-8000-0000ec6257dd.png?kimi-sig=zw0IRtxG166nRDJvwAI4dJKkAZbvo_GthJEGUn-maR8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372bd-e332-8c2e-8000-000050927c06.png?kimi-sig=exssuadT-7r8krCdGMPkfcKt6hQD8JDyLzGaNLBRC3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372bd-aa72-823f-8000-000050215b6d.png?kimi-sig=-OcwwhRDtBXvg4Ud6Fx74XGq853kg6t3uw6g8sOq_o8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372cb-0732-84f7-8000-0000b15f3c67.png?kimi-sig=ljZEqpJOnDK5eyL--zsx-YzqJA_8yhx-VnnTcsllpPY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372c4-cd22-8a9a-8000-0000513bde1d.png?kimi-sig=_s2INJhWD5w7fHtbYES-v-MjFODwzmAlC30YX-7vpz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372cb-c0c2-8154-8000-000099a930da.png?kimi-sig=JImLOgAKHUvfppNi5YqQhBnqVnB3JNQNHzBifEQQlD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372cb-77a2-80c4-8000-0000938b4360.png?kimi-sig=UU-0fCm--tahgVSOb41QDkdQEfK9AGhfmDJZIdCf3s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372ca-6662-85a9-8000-000097d515c8.png?kimi-sig=262SSk7wbs5O7NhcdCsGZmvrervN1FGz9BXYrxNON6w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372db-9be2-86ce-8000-000074555b6c.png?kimi-sig=7oXIoCiupdN_NNvKIQ9LdLKBPGg6UeYro-Pabop_ArY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372d6-1e82-8775-8000-00006ab98c91.png?kimi-sig=WQQKozpoVQ_jMldkvHErTaWDJfEHnlOOMvVJ7jew9cc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372d1-7592-821b-8000-0000a5ff80c0.png?kimi-sig=LgJq79__2R80yCIihA3rFtcq8zl0Rn389F8wbfakc7Y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372d5-ab42-8805-8000-00007ab56f00.png?kimi-sig=U7652pkvh0t3LaVfWVtQaS0VA6UXigDt9xtOaAnVhu4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Silicon Heartbeat: ASIC Reservoir Computing</dc:title>
  <dc:subject>Silicon Heartbeat: ASIC Reservoir Computing</dc:subject>
  <dc:creator>Kimi</dc:creator>
  <cp:lastModifiedBy>Kimi</cp:lastModifiedBy>
  <cp:revision>1</cp:revision>
  <dcterms:created xsi:type="dcterms:W3CDTF">2025-12-19T15:15:24Z</dcterms:created>
  <dcterms:modified xsi:type="dcterms:W3CDTF">2025-12-19T15:15:24Z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{"Label":"Silicon Heartbeat: ASIC Reservoir Computing","ContentProducer":"001191110108MACG2KBH8F10000","ProduceID":"19b3729d-0a62-8453-8000-0000eb6edd10","ReservedCode1":"","ContentPropagator":"001191110108MACG2KBH8F20000","PropagateID":"19b3729d-0a62-8453-8000-0000eb6edd10","ReservedCode2":""}</vt:lpwstr>
  </property>
</Properties>
</file>